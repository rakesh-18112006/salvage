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9AAA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Mapped codes
(the ceiling)</c:v>
                  </c:pt>
                  <c:pt idx="1">
                    <c:v>Unmapped —
control T+3</c:v>
                  </c:pt>
                  <c:pt idx="2">
                    <c:v>Unmapped —
model OFF</c:v>
                  </c:pt>
                  <c:pt idx="3">
                    <c:v>Unmapped —
model READING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73.3</c:v>
                </c:pt>
                <c:pt idx="1">
                  <c:v>0</c:v>
                </c:pt>
                <c:pt idx="2">
                  <c:v>0</c:v>
                </c:pt>
                <c:pt idx="3">
                  <c:v>61.3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A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B33"/>
        </a:solidFill>
        <a:ln>
          <a:noFill/>
        </a:ln>
        <a:effectLst/>
      </c:spPr>
    </c:plotArea>
    <c:plotVisOnly val="1"/>
    <c:dispBlanksAs val="span"/>
  </c:chart>
  <c:spPr>
    <a:solidFill>
      <a:srgbClr val="0F1B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Keep the SIMULATED badge on screen for the whole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reasonable default, and completely context-free. Be respectful about T+3 — you are pitching to Razorpay.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likely judge interruption. Answer: the gate applies to both arms, and fires 99 times on the control arm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live — it takes under a second. The 29-of-50 rank line is worth more than the interval.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plainly and at normal pace. Volunteering it is what makes every other number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zero bars are the point: the deterministic system fails here structurally, not because it is badly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past the 14%. Showing your own model's error unprompted is the most credible moment in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Shortest section in the video — 28 seconds. State each limit once, calmly, and move on. One honest sentence reads as confidence; three read as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'we have not called their API' line out loud. You drawing the line is what makes the rest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live. 27 seconds. Let the terminal breathe.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at the camera, not the screen. Slow down. This is the part they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72768"/>
            <a:ext cx="1105783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SALVAGE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76148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recovery for failed Indian recurring mandates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255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AI Buildathon 2026  ·  Track 3: AI Revenue Recovery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4206240"/>
            <a:ext cx="3465576" cy="1371600"/>
          </a:xfrm>
          <a:prstGeom prst="roundRect">
            <a:avLst>
              <a:gd name="adj" fmla="val 5333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38912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+19.8 ppt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97433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recovery, 95% CI [19.1, 20.4]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1688" y="4206240"/>
            <a:ext cx="3465576" cy="1371600"/>
          </a:xfrm>
          <a:prstGeom prst="roundRect">
            <a:avLst>
              <a:gd name="adj" fmla="val 5333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6008" y="438912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50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497433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cohorts won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6448" y="4206240"/>
            <a:ext cx="3465576" cy="1371600"/>
          </a:xfrm>
          <a:prstGeom prst="roundRect">
            <a:avLst>
              <a:gd name="adj" fmla="val 5333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30768" y="438912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497433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charges unlocked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— THE GAP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reasonable default. And completely blind.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11057839" cy="1371600"/>
          </a:xfrm>
          <a:prstGeom prst="roundRect">
            <a:avLst>
              <a:gd name="adj" fmla="val 5333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664208"/>
            <a:ext cx="103263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"In a T+3 days cycle, we will retry the payment thrice. That is, once every day for 3 days, excluding the date of the charge."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359152"/>
            <a:ext cx="10326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Docs — Payment Retries (cards and UPI)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182112"/>
            <a:ext cx="384048" cy="384048"/>
          </a:xfrm>
          <a:prstGeom prst="ellipse">
            <a:avLst/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know WHY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474720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mandate revoked three months ago gets the same three attempts as a temporary balance shortfall.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224528"/>
            <a:ext cx="384048" cy="384048"/>
          </a:xfrm>
          <a:prstGeom prst="ellipse">
            <a:avLst/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1696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know WHEN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517136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Retrying on the 28th, 29th and 30th meets the same empty account three times.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5266944"/>
            <a:ext cx="384048" cy="384048"/>
          </a:xfrm>
          <a:prstGeom prst="ellipse">
            <a:avLst/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120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know WHETHER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5559552"/>
            <a:ext cx="10454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in its maintenance window is retried into, not waited out.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 — ISN'T THIS JUST SMART RETRY?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arms. Each adds exactly one capability.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18120" y="11887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2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1887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2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1517904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1517904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44168" y="15179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T+3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1517904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49.4%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0" y="1517904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239572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44168" y="2395728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knows WHY it failed   (smart retry)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2395728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49.4%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395728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66928" y="3273552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3273552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44168" y="3273552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knows WHEN the customer is paid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3273552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56.6%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0" y="3273552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66928" y="415137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415137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44168" y="4151376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the other six actions   (SALVAGE)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818120" y="4151376"/>
            <a:ext cx="1463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415137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+12.2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66928" y="5230368"/>
            <a:ext cx="11057839" cy="932688"/>
          </a:xfrm>
          <a:prstGeom prst="roundRect">
            <a:avLst>
              <a:gd name="adj" fmla="val 7843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230368"/>
            <a:ext cx="1032631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2 gains nothing.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policy gate already enforces smart retry for the control arm — </a:t>
            </a:r>
            <a:pPr indent="0" marL="0">
              <a:buNone/>
            </a:pPr>
            <a:r>
              <a:rPr lang="en-US" sz="1350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TERMINAL_CLASS_NO_CHARGE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fires 99 times on 300 control cases. The lift is timing and the action space, not the diagnosis.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1:07 — THE RESULT, WITH AN INTERVAL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cohorts. 15,000 simulated failed charges.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858000" cy="2286000"/>
          </a:xfrm>
          <a:prstGeom prst="roundRect">
            <a:avLst>
              <a:gd name="adj" fmla="val 3200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49.1%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3310128" y="212140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20116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68.9%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626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T+3 control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87368" y="2962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7739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rate, mean across 50 independent cohorts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99248" y="1572768"/>
            <a:ext cx="3941064" cy="2286000"/>
          </a:xfrm>
          <a:prstGeom prst="roundRect">
            <a:avLst>
              <a:gd name="adj" fmla="val 3200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65008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+19.8 ppt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065008" y="26883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 [19.1, 20.4]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3017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percentile bootstrap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interval never touches zero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14800"/>
            <a:ext cx="3465576" cy="1170432"/>
          </a:xfrm>
          <a:prstGeom prst="roundRect">
            <a:avLst>
              <a:gd name="adj" fmla="val 6250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27939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54880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cohorts where SALVAGE won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61688" y="4114800"/>
            <a:ext cx="3465576" cy="1170432"/>
          </a:xfrm>
          <a:prstGeom prst="roundRect">
            <a:avLst>
              <a:gd name="adj" fmla="val 6250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36008" y="427939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29th of 50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4754880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of the seed we quote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56448" y="4114800"/>
            <a:ext cx="3465576" cy="1170432"/>
          </a:xfrm>
          <a:prstGeom prst="roundRect">
            <a:avLst>
              <a:gd name="adj" fmla="val 6250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427939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−125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8430768" y="4754880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attempts, [−129, −121]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5595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arms run the same cohort, so a bad seed hits both and the difference cancels. The seed we quote elsewhere sits mid-distribution — not cherry-picked.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 — NOW THE UNCOMFORTABLE PART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failures we already map, the model does nothing.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440680" cy="2606040"/>
          </a:xfrm>
          <a:prstGeom prst="roundRect">
            <a:avLst>
              <a:gd name="adj" fmla="val 2807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1883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OFF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231136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70.7%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2186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reproducible. Every single run.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82512" y="1627632"/>
            <a:ext cx="5257800" cy="2606040"/>
          </a:xfrm>
          <a:prstGeom prst="roundRect">
            <a:avLst>
              <a:gd name="adj" fmla="val 2807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1883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ON — FOUR RUNS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93992" y="2286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72.0 · 71.7 · 70.0 · 68.0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793992" y="32186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every time. A 4-point swing around a ~1-point effect.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498848"/>
            <a:ext cx="11057839" cy="1371600"/>
          </a:xfrm>
          <a:prstGeom prst="roundRect">
            <a:avLst>
              <a:gd name="adj" fmla="val 5333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8408" y="4663440"/>
            <a:ext cx="102348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effect is inside its own run-to-run noise. We are not claiming it.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5120640"/>
            <a:ext cx="102348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all of the twenty points belongs to the deterministic machinery — the taxonomy, the cost model, the policy gate. That is a less exciting sentence than "the AI did it", and it is the one the evidence supports.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— WHERE IT DOES EARN ITS PLACE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rail's vocabulary. Everything collapses.</a:t>
            </a:r>
            <a:endParaRPr lang="en-US" sz="3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572768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572768"/>
            <a:ext cx="3867912" cy="1691640"/>
          </a:xfrm>
          <a:prstGeom prst="roundRect">
            <a:avLst>
              <a:gd name="adj" fmla="val 4324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17830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468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ground the unknown vocabulary cost, recovered by reading the rail's own 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0" y="3429000"/>
            <a:ext cx="3867912" cy="1709928"/>
          </a:xfrm>
          <a:prstGeom prst="roundRect">
            <a:avLst>
              <a:gd name="adj" fmla="val 4278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36393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→ 28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22452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needing a human, once the model can read an unfamiliar decline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5321808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5321808"/>
            <a:ext cx="1032631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lookup table structurally cannot read unfamiliar prose.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job in the system where a language model is the right tool — and NPCI's NACH codes are unmapped in this build today.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2:20 — WE SCORE REFUSAL, NOT JUST COMPREHENSION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that never says "I don't know" is dangerous.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6537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15184"/>
            <a:ext cx="202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legible 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correctly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64592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86537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615184"/>
            <a:ext cx="202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misreads into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handling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36208" y="164592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86537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615184"/>
            <a:ext cx="202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illegible 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declined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70848" y="164592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0" y="186537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615184"/>
            <a:ext cx="202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over-read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shown, not hidden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749040"/>
            <a:ext cx="11057839" cy="1170432"/>
          </a:xfrm>
          <a:prstGeom prst="roundRect">
            <a:avLst>
              <a:gd name="adj" fmla="val 6250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3749040"/>
            <a:ext cx="1032631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over-reads were the same string: </a:t>
            </a:r>
            <a:pPr indent="0" marL="0">
              <a:buNone/>
            </a:pPr>
            <a:r>
              <a:rPr lang="en-US" sz="1300" b="1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"amount not acceptable"</a:t>
            </a:r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read as </a:t>
            </a:r>
            <a:pPr indent="0" marL="0">
              <a:buNone/>
            </a:pPr>
            <a:r>
              <a:rPr lang="en-US" sz="1300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AMOUNT_EXCEEDS_MANDATE</a:t>
            </a:r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unsupported amount is not the same thing as an amount above the mandate cap — exactly the conflation our own taxonomy warns about for Razorpay's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invalid_amount</a:t>
            </a:r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120640"/>
            <a:ext cx="11057839" cy="1042416"/>
          </a:xfrm>
          <a:prstGeom prst="roundRect">
            <a:avLst>
              <a:gd name="adj" fmla="val 7018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/ 187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218688" y="5230368"/>
            <a:ext cx="80403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readings landed on the right side of "can a charge ever work?"  —  and zero unlocked a charge that could never succeed.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gate is ordinary code, not an instruction in a prompt, so it caught every one.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2:31 — WHERE WE'RE WRONG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broke the world eleven ways. It survives ten.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532120" cy="2103120"/>
          </a:xfrm>
          <a:prstGeom prst="roundRect">
            <a:avLst>
              <a:gd name="adj" fmla="val 3478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15798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T+3  49.4%     SALVAGE  68.8%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61518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+19.4 ppt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3200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nine more worlds like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82512" y="1627632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18288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all-adverse   ← the one we lose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1579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T+3  74.9%     SALVAGE  67.0%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61518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−7.9 ppt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note that T+3 gets BETTER there, 49% → 75%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50208"/>
            <a:ext cx="11057839" cy="969264"/>
          </a:xfrm>
          <a:prstGeom prst="roundRect">
            <a:avLst>
              <a:gd name="adj" fmla="val 7547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950208"/>
            <a:ext cx="1032631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lose there: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world where balance shortfalls clear on their own overnight. Daily retry genuinely works — and the problem we built this to solve does not exist. So the claim is conditional: </a:t>
            </a:r>
            <a:pPr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having where balance shortfalls persist.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5138928"/>
            <a:ext cx="11057839" cy="1024128"/>
          </a:xfrm>
          <a:prstGeom prst="roundRect">
            <a:avLst>
              <a:gd name="adj" fmla="val 7143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5303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2761488" y="5230368"/>
            <a:ext cx="8497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per customer contact on the all-in cost measure. We priced a contact at ₹15 — deliberately high, so the agent could never spam.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our own conservative choice we are the expensive option, and we ship the curve instead of the number that flatters us.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2:59 — THE GUARDRAILS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the agent cannot argue past.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532120" cy="1975104"/>
          </a:xfrm>
          <a:prstGeom prst="roundRect">
            <a:avLst>
              <a:gd name="adj" fmla="val 3704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77393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blocked by the policy gate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743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retries against dead mandates  ·  9 charges on failures nobody could classify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82512" y="1572768"/>
            <a:ext cx="5257800" cy="1975104"/>
          </a:xfrm>
          <a:prstGeom prst="roundRect">
            <a:avLst>
              <a:gd name="adj" fmla="val 3704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77393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18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Razorpay reasons left UNKNOWN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743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"Declined due to business or technical reasons" could be anything. We refused to guess — and an unknown failure is never auto-retried.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57839" cy="1060704"/>
          </a:xfrm>
          <a:prstGeom prst="roundRect">
            <a:avLst>
              <a:gd name="adj" fmla="val 6897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3749040"/>
            <a:ext cx="1032631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here that is not simulated: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adapter parses Razorpay's documented webhook envelope and routes all eighteen real error reasons into the same classifier, with tests.
</a:t>
            </a:r>
            <a:pPr indent="0" marL="0">
              <a:buNone/>
            </a:pPr>
            <a:r>
              <a:rPr lang="en-US" sz="1350" b="1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NOT done is call their API — not even test mode.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5010912"/>
            <a:ext cx="11057839" cy="1152144"/>
          </a:xfrm>
          <a:prstGeom prst="roundRect">
            <a:avLst>
              <a:gd name="adj" fmla="val 6349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51755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parameters, sourced with section numbers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486400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E-mandate Framework 2026 — 24h pre-debit notice (S6), ₹15,000 AFA threshold (S8a). It is silent on retries, so we implemented both readings.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claiming to have found a compliance gap: the document does not answer the question.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3:54 — IT SURVIVES BEING KILLED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75488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SIGKILL an executor mid-charge. On camera.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3"/>
              </a:lnSpc>
              <a:buNone/>
            </a:pPr>
            <a:r>
              <a:rPr lang="en-US" sz="14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Postgres, Redis, real worker containers. We kill one while it is holding charges in flight — no warning, no cleanup handler, like yanking the power cable. The survivor finishes the batch.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3465576" cy="1572768"/>
          </a:xfrm>
          <a:prstGeom prst="roundRect">
            <a:avLst>
              <a:gd name="adj" fmla="val 4651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670048"/>
            <a:ext cx="2916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310128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charges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61688" y="2432304"/>
            <a:ext cx="3465576" cy="1572768"/>
          </a:xfrm>
          <a:prstGeom prst="roundRect">
            <a:avLst>
              <a:gd name="adj" fmla="val 4651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6008" y="2670048"/>
            <a:ext cx="2916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310128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cases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56448" y="2432304"/>
            <a:ext cx="3465576" cy="1572768"/>
          </a:xfrm>
          <a:prstGeom prst="roundRect">
            <a:avLst>
              <a:gd name="adj" fmla="val 4651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30768" y="2670048"/>
            <a:ext cx="2916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3310128"/>
            <a:ext cx="2916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event-log replay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57839" cy="1097280"/>
          </a:xfrm>
          <a:prstGeom prst="roundRect">
            <a:avLst>
              <a:gd name="adj" fmla="val 6667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4224528"/>
            <a:ext cx="1032631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gateway's own ledger, not ours. </a:t>
            </a:r>
            <a:pPr indent="0" marL="0">
              <a:buNone/>
            </a:pPr>
            <a:r>
              <a:rPr lang="en-US" sz="13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ask our own system whether it double-charged — it would obviously say no. We verified against an independent record instead of marking our own homework.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50468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real person twice is the worst thing a payment system can do. Anyone can demo a happy path.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46920" y="632764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7432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4:18 — WHAT WE BUILT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105783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measurement rig,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an agent worth measuring.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66928" y="3072384"/>
            <a:ext cx="5532120" cy="1755648"/>
          </a:xfrm>
          <a:prstGeom prst="roundRect">
            <a:avLst>
              <a:gd name="adj" fmla="val 4167"/>
            </a:avLst>
          </a:prstGeom>
          <a:solidFill>
            <a:srgbClr val="1B2A47"/>
          </a:solidFill>
          <a:ln w="12700">
            <a:solidFill>
              <a:srgbClr val="1B2A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32735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60273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points at half the gateway cost — against a control that already declines every impossible charge, across fifty cohorts and ten of eleven broken worlds.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82512" y="3072384"/>
            <a:ext cx="5257800" cy="1755648"/>
          </a:xfrm>
          <a:prstGeom prst="roundRect">
            <a:avLst>
              <a:gd name="adj" fmla="val 4167"/>
            </a:avLst>
          </a:prstGeom>
          <a:solidFill>
            <a:srgbClr val="24365A"/>
          </a:solidFill>
          <a:ln w="12700">
            <a:solidFill>
              <a:srgbClr val="2436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32735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FC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3602736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verdicts on one model: nothing on failures we already understand, 84% of the recoverable ground on failures we don't. Because we could tell them apart.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projects can't. That's the part we'd want you to take.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8756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payment data is simulated. No real money moves and no real payment API is called.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SALVAGE — autonomous payment recovery</dc:title>
  <dc:subject>PptxGenJS Presentation</dc:subject>
  <dc:creator>SALVAGE</dc:creator>
  <cp:lastModifiedBy>SALVAGE</cp:lastModifiedBy>
  <cp:revision>1</cp:revision>
  <dcterms:created xsi:type="dcterms:W3CDTF">2026-09-03T09:48:50Z</dcterms:created>
  <dcterms:modified xsi:type="dcterms:W3CDTF">2026-09-03T09:48:50Z</dcterms:modified>
</cp:coreProperties>
</file>