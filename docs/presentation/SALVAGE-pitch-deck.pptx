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</c:v>
                </c:pt>
              </c:strCache>
            </c:strRef>
          </c:tx>
          <c:spPr>
            <a:solidFill>
              <a:srgbClr val="9AAA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Mapped codes
(the ceiling)</c:v>
                  </c:pt>
                  <c:pt idx="1">
                    <c:v>Unmapped —
control T+3</c:v>
                  </c:pt>
                  <c:pt idx="2">
                    <c:v>Unmapped —
model OFF</c:v>
                  </c:pt>
                  <c:pt idx="3">
                    <c:v>Unmapped —
model READING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</c:v>
                </c:pt>
                <c:pt idx="1">
                  <c:v>0</c:v>
                </c:pt>
                <c:pt idx="2">
                  <c:v>0</c:v>
                </c:pt>
                <c:pt idx="3">
                  <c:v>61.3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A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33"/>
        </a:solidFill>
        <a:ln>
          <a:noFill/>
        </a:ln>
        <a:effectLst/>
      </c:spPr>
    </c:plotArea>
    <c:plotVisOnly val="1"/>
    <c:dispBlanksAs val="span"/>
  </c:chart>
  <c:spPr>
    <a:solidFill>
      <a:srgbClr val="0F1B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card. Keep the SIMULATED badge on screen for the whole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reasonable default, and completely context-free. Be respectful about T+3 — you are pitching to Razorpay.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likely judge interruption. Answer: the gate applies to both arms, and fires 99 times on the control arm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— it takes under a second. The 29-of-50 rank line is worth more than the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plainly and at normal pace. Volunteering it is what makes every other number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zero bars are the point: the deterministic system fails here structurally, not because it is badly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past the 14%. Showing your own model's error unprompted is the most credible moment in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 section in the video — 28 seconds. State each limit once, calmly, and move on. One honest sentence reads as confidence; three read as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'we have not called their API' line out loud. You drawing the line is what makes the rest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live. 27 seconds. Let the terminal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camera, not the screen. Slow down. This is the part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SALVAGE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61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recovery for failed Indian recurring mandates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55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  ·  Track 3: AI Revenue Recovery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95% CI [19.1, 20.4]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cohorts won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4206240"/>
            <a:ext cx="3465576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43891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97433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charges unlocked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— THE GAP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reasonable default. And completely blind.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664208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a T+3 days cycle, we will retry the payment thrice. That is, once every day for 3 days, excluding the date of the charge."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59152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Docs — Payment Retries (cards and UPI)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182112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127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474720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mandate revoked three months ago gets the same three attempts as a temporary balance shortfall.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24528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517136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on the 28th, 29th and 30th meets the same empty account three times.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266944"/>
            <a:ext cx="384048" cy="384048"/>
          </a:xfrm>
          <a:prstGeom prst="ellipse">
            <a:avLst/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12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WHETHER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5595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in its maintenance window is retried into, not waited out.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0:32 — ISN'T THIS JUST SMART RETRY?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arms. Each adds exactly one capability.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188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188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51790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1517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T+3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517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1517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3957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3957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knows WHY it failed   (smart retry)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3957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3957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" y="327355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27355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327355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knows WHEN the customer is paid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27355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2735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6928" y="4151376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41513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415137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other six actions   (SALVAGE)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415137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41513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230368"/>
            <a:ext cx="1032631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2 gains nothing.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policy gate already enforces smart retry for the control arm — </a:t>
            </a:r>
            <a:pPr indent="0" marL="0">
              <a:buNone/>
            </a:pPr>
            <a:r>
              <a:rPr lang="en-US" sz="135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TERMINAL_CLASS_NO_CHARGE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fires 99 times on 300 control cases. The lift is timing and the action space, not the diagnosis.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 — THE RESULT, WITH AN INTERVAL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cohorts. 15,000 simulated failed charges.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85800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T+3 control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773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rate, mean across 50 independent cohorts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99248" y="1572768"/>
            <a:ext cx="3941064" cy="2286000"/>
          </a:xfrm>
          <a:prstGeom prst="roundRect">
            <a:avLst>
              <a:gd name="adj" fmla="val 3200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19385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ppt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065008" y="2688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 [19.1, 20.4]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percentile bootstrap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never touches zero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where SALVAGE won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6168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29th of 50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the seed we quote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56448" y="4114800"/>
            <a:ext cx="3465576" cy="1170432"/>
          </a:xfrm>
          <a:prstGeom prst="roundRect">
            <a:avLst>
              <a:gd name="adj" fmla="val 6250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30768" y="4279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attempts, [−129, −121]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run the same cohort, so a bad seed hits both and the difference cancels. The seed we quote elsewhere sits mid-distribution — not cherry-picked.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— NOW THE UNCOMFORTABLE PART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failures we already map, the model does nothing.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OFF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23113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218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reproducible. Every single 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82512" y="1627632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— FIVE RUNS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223113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67.0 – 72.0%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31272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 · 71.7 · 70.0 · 68.0 · 67.0 — mean 69.7,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BELOW the model-off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4663440"/>
            <a:ext cx="10234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effect is inside its own run-to-run noise. We are not claiming it.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5120640"/>
            <a:ext cx="102348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all of the twenty points belongs to the deterministic machinery — the taxonomy, the cost model, the policy gate. That is a less exciting sentence than "the AI did it", and it is the one the evidence supports.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— WHERE IT DOES EARN ITS PLACE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rail's vocabulary. Everything collapses.</a:t>
            </a:r>
            <a:endParaRPr lang="en-US" sz="3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572768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72768"/>
            <a:ext cx="3867912" cy="1691640"/>
          </a:xfrm>
          <a:prstGeom prst="roundRect">
            <a:avLst>
              <a:gd name="adj" fmla="val 4324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468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ground the unknown vocabulary cost, recovered by reading the rail's own words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3429000"/>
            <a:ext cx="3867912" cy="1709928"/>
          </a:xfrm>
          <a:prstGeom prst="roundRect">
            <a:avLst>
              <a:gd name="adj" fmla="val 427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36393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→ 28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224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needing a human, once the model can read an unfamiliar decline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32180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5321808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table structurally cannot read unfamiliar prose.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job in the system where a language model is the right tool — and NPCI's NACH codes are unmapped in this build today.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— WE SCORE REFUSAL, NOT JUST COMPREHENSION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never says "I don't know" is dangerous.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legible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correctly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misreads into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handling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illegible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declined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70848" y="16459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1865376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615184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shown, not hidden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49040"/>
            <a:ext cx="11057839" cy="1170432"/>
          </a:xfrm>
          <a:prstGeom prst="roundRect">
            <a:avLst>
              <a:gd name="adj" fmla="val 6250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749040"/>
            <a:ext cx="1032631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over-reads were the same string: </a:t>
            </a:r>
            <a:pPr indent="0" marL="0">
              <a:buNone/>
            </a:pPr>
            <a:r>
              <a:rPr lang="en-US" sz="13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"amount not acceptable"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 as </a:t>
            </a:r>
            <a:pPr indent="0" marL="0">
              <a:buNone/>
            </a:pPr>
            <a:r>
              <a:rPr lang="en-US" sz="13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AMOUNT_EXCEEDS_MANDATE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unsupported amount is not the same thing as an amount above the mandate cap — exactly the conflation our own taxonomy warns about for Razorpay's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invalid_amount</a:t>
            </a:r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11057839" cy="1042416"/>
          </a:xfrm>
          <a:prstGeom prst="roundRect">
            <a:avLst>
              <a:gd name="adj" fmla="val 701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5285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/ 187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5230368"/>
            <a:ext cx="8040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readings landed on the right side of "can a charge ever work?"  —  and zero unlocked a charge that could never succeed.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gate is ordinary code, not an instruction in a prompt, so it caught every 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2:31 — WHERE WE'RE WRONG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broke the world eleven ways. It survives ten.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157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 49.4%     SALVAGE  68.8%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 ppt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nine more worlds like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82512" y="1627632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all-adverse   ← the one we lose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157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 74.9%     SALVAGE  67.0%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15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−7.9 ppt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note that T+3 gets BETTER there, 49% → 75%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50208"/>
            <a:ext cx="11057839" cy="969264"/>
          </a:xfrm>
          <a:prstGeom prst="roundRect">
            <a:avLst>
              <a:gd name="adj" fmla="val 754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950208"/>
            <a:ext cx="1032631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lose there: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world where balance shortfalls clear on their own overnight. Daily retry genuinely works — and the problem we built this to solve does not exist. So the claim is conditional: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having where balance shortfalls persist.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138928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5230368"/>
            <a:ext cx="8497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per customer contact on the all-in cost measure. We priced a contact at ₹15 — deliberately high, so the agent could never spam.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our own conservative choice we are the expensive option, and we ship the curve instead of the number that flatters us.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2:59 — THE GUARDRAILS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agent cannot argue past.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532120" cy="1975104"/>
          </a:xfrm>
          <a:prstGeom prst="roundRect">
            <a:avLst>
              <a:gd name="adj" fmla="val 3704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773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blocked by the policy gate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retries against dead mandates  ·  9 charges on failures nobody could classify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572768"/>
            <a:ext cx="5257800" cy="1975104"/>
          </a:xfrm>
          <a:prstGeom prst="roundRect">
            <a:avLst>
              <a:gd name="adj" fmla="val 3704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7739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Razorpay reasons left UNKNOWN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"Declined due to business or technical reasons" could be anything. We refused to guess — and an unknown failure is never auto-retried.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11057839" cy="1060704"/>
          </a:xfrm>
          <a:prstGeom prst="roundRect">
            <a:avLst>
              <a:gd name="adj" fmla="val 689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749040"/>
            <a:ext cx="1032631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here that is not simulated: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adapter parses Razorpay's documented webhook envelope and routes all eighteen real error reasons into the same classifier, with tests.
</a:t>
            </a:r>
            <a:pPr indent="0" marL="0">
              <a:buNone/>
            </a:pPr>
            <a:r>
              <a:rPr lang="en-US" sz="135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NOT done is call their API — not even test mode.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010912"/>
            <a:ext cx="11057839" cy="1152144"/>
          </a:xfrm>
          <a:prstGeom prst="roundRect">
            <a:avLst>
              <a:gd name="adj" fmla="val 6349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51755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parameters, sourced with section numbers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5486400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E-mandate Framework 2026 — 24h pre-debit notice (S6), ₹15,000 AFA threshold (S8a). It is silent on retries, so we implemented both readings.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to have found a compliance gap: the document does not answer the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3:54 — IT SURVIVES BEING KILLED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548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SIGKILL an executor mid-charge. On camera.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Redis, real worker containers. We kill one while it is holding charges in flight — no warning, no cleanup handler, like yanking the power cable. The survivor finishes the batch.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charges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cases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6448" y="2432304"/>
            <a:ext cx="3465576" cy="1572768"/>
          </a:xfrm>
          <a:prstGeom prst="roundRect">
            <a:avLst>
              <a:gd name="adj" fmla="val 4651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267004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event-log replay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24528"/>
            <a:ext cx="103263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gateway's own ledger, not ours.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ask our own system whether it double-charged — it would obviously say no. We verified against an independent record instead of marking our own homework.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04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real person twice is the worst thing a payment system can do. Anyone can demo a happy path.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6327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4:18 — WHAT WE BUILT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measurement rig,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 agent worth measuring.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3072384"/>
            <a:ext cx="5532120" cy="1755648"/>
          </a:xfrm>
          <a:prstGeom prst="roundRect">
            <a:avLst>
              <a:gd name="adj" fmla="val 4167"/>
            </a:avLst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3273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60273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points at half the gateway cost — against a control that already declines every impossible charge, across fifty cohorts and ten of eleven broken worlds.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82512" y="3072384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24365A"/>
          </a:solidFill>
          <a:ln w="12700">
            <a:solidFill>
              <a:srgbClr val="243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60273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verdicts on one model: nothing on failures we already understand, 84% of the recoverable ground on failures we don't. Because we could tell them apart.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projects can't. That's the part we'd want you to take.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8756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data is simulated. No real money moves and no real payment API is called.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SALVAGE — autonomous payment recovery</dc:title>
  <dc:subject>PptxGenJS Presentation</dc:subject>
  <dc:creator>SALVAGE</dc:creator>
  <cp:lastModifiedBy>SALVAGE</cp:lastModifiedBy>
  <cp:revision>1</cp:revision>
  <dcterms:created xsi:type="dcterms:W3CDTF">2026-09-03T16:30:49Z</dcterms:created>
  <dcterms:modified xsi:type="dcterms:W3CDTF">2026-09-03T16:30:49Z</dcterms:modified>
</cp:coreProperties>
</file>